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Dashboard de Ventas de Supermercado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Métricas Principales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3200400" cy="1828800"/>
          </a:xfrm>
          <a:prstGeom prst="rect">
            <a:avLst/>
          </a:prstGeom>
          <a:solidFill>
            <a:srgbClr val="E1E1E1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Ventas Totales</a:t>
            </a:r>
          </a:p>
          <a:p>
            <a:pPr>
              <a:defRPr sz="2400">
                <a:solidFill>
                  <a:srgbClr val="0070C0"/>
                </a:solidFill>
              </a:defRPr>
            </a:pPr>
            <a:r>
              <a:t>$322,966.75</a:t>
            </a:r>
          </a:p>
        </p:txBody>
      </p:sp>
      <p:sp>
        <p:nvSpPr>
          <p:cNvPr id="4" name="Rectangle 3"/>
          <p:cNvSpPr/>
          <p:nvPr/>
        </p:nvSpPr>
        <p:spPr>
          <a:xfrm>
            <a:off x="4343400" y="1828800"/>
            <a:ext cx="3200400" cy="1828800"/>
          </a:xfrm>
          <a:prstGeom prst="rect">
            <a:avLst/>
          </a:prstGeom>
          <a:solidFill>
            <a:srgbClr val="E1E1E1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Transacciones</a:t>
            </a:r>
          </a:p>
          <a:p>
            <a:pPr>
              <a:defRPr sz="2400">
                <a:solidFill>
                  <a:srgbClr val="0070C0"/>
                </a:solidFill>
              </a:defRPr>
            </a:pPr>
            <a:r>
              <a:t>1,000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1828800"/>
            <a:ext cx="3200400" cy="1828800"/>
          </a:xfrm>
          <a:prstGeom prst="rect">
            <a:avLst/>
          </a:prstGeom>
          <a:solidFill>
            <a:srgbClr val="E1E1E1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Venta Promedio</a:t>
            </a:r>
          </a:p>
          <a:p>
            <a:pPr>
              <a:defRPr sz="2400">
                <a:solidFill>
                  <a:srgbClr val="0070C0"/>
                </a:solidFill>
              </a:defRPr>
            </a:pPr>
            <a:r>
              <a:t>$322.97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01400" y="1828800"/>
            <a:ext cx="3200400" cy="1828800"/>
          </a:xfrm>
          <a:prstGeom prst="rect">
            <a:avLst/>
          </a:prstGeom>
          <a:solidFill>
            <a:srgbClr val="E1E1E1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Margen Bruto Promedio</a:t>
            </a:r>
          </a:p>
          <a:p>
            <a:pPr>
              <a:defRPr sz="2400">
                <a:solidFill>
                  <a:srgbClr val="0070C0"/>
                </a:solidFill>
              </a:defRPr>
            </a:pPr>
            <a:r>
              <a:t>$15.38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Ventas Diarias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371600"/>
            <a:ext cx="9144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Ventas por Tipo de Cliente y Género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371600"/>
            <a:ext cx="9144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Ventas por Línea de Producto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371600"/>
            <a:ext cx="9144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Ventas por Ciudad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371600"/>
            <a:ext cx="9144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Métodos de Pago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371600"/>
            <a:ext cx="91440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